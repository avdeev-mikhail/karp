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72" r:id="rId6"/>
    <p:sldId id="266" r:id="rId7"/>
    <p:sldId id="281" r:id="rId8"/>
    <p:sldId id="282" r:id="rId9"/>
    <p:sldId id="263" r:id="rId10"/>
    <p:sldId id="267" r:id="rId11"/>
    <p:sldId id="268" r:id="rId12"/>
    <p:sldId id="269" r:id="rId13"/>
    <p:sldId id="278" r:id="rId14"/>
    <p:sldId id="274" r:id="rId15"/>
    <p:sldId id="273" r:id="rId16"/>
    <p:sldId id="264" r:id="rId17"/>
    <p:sldId id="270" r:id="rId18"/>
    <p:sldId id="275" r:id="rId19"/>
    <p:sldId id="276" r:id="rId20"/>
    <p:sldId id="277" r:id="rId21"/>
    <p:sldId id="271" r:id="rId22"/>
    <p:sldId id="279" r:id="rId23"/>
    <p:sldId id="280" r:id="rId24"/>
    <p:sldId id="25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5/29/2022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F65C67-1838-452E-8FC3-942E355228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МОДЕЛИРОВАНИЕ ТОЛПЫ С ХАОТИЧЕСКИМ ПЕРЕМЕЩИЕНИЕМ ЛЮДЕЙ НА ПЛАНЕ «2D ВИД СВЕРХУ»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DDA9D1-1F04-4EDA-894B-49C436E19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926" y="5408853"/>
            <a:ext cx="9505075" cy="1269582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Выполнил:</a:t>
            </a:r>
          </a:p>
          <a:p>
            <a:pPr algn="just"/>
            <a:r>
              <a:rPr lang="ru-RU" dirty="0"/>
              <a:t>Студент группы 1994</a:t>
            </a:r>
          </a:p>
          <a:p>
            <a:pPr algn="just"/>
            <a:r>
              <a:rPr lang="ru-RU" dirty="0"/>
              <a:t>Евдокимов Николай Максимович</a:t>
            </a:r>
          </a:p>
        </p:txBody>
      </p:sp>
    </p:spTree>
    <p:extLst>
      <p:ext uri="{BB962C8B-B14F-4D97-AF65-F5344CB8AC3E}">
        <p14:creationId xmlns:p14="http://schemas.microsoft.com/office/powerpoint/2010/main" val="593132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6DA997-9127-475B-8F90-7D329EA70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634" y="2439504"/>
            <a:ext cx="7610374" cy="38600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Анализ задачи</a:t>
            </a:r>
            <a:endParaRPr lang="ru-RU" sz="3600" dirty="0"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01AFA5-CC08-4219-A118-5964BB5C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493" y="3983394"/>
            <a:ext cx="1058215" cy="549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Grass</a:t>
            </a:r>
            <a:endParaRPr lang="ru-RU" sz="2400" dirty="0"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3AB6F60-5331-42C7-88E0-E2164725D67C}"/>
              </a:ext>
            </a:extLst>
          </p:cNvPr>
          <p:cNvCxnSpPr>
            <a:cxnSpLocks/>
          </p:cNvCxnSpPr>
          <p:nvPr/>
        </p:nvCxnSpPr>
        <p:spPr>
          <a:xfrm>
            <a:off x="4156634" y="2439504"/>
            <a:ext cx="0" cy="386009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C224BFE-4681-4AAC-BE37-257B3F812330}"/>
              </a:ext>
            </a:extLst>
          </p:cNvPr>
          <p:cNvCxnSpPr>
            <a:cxnSpLocks/>
          </p:cNvCxnSpPr>
          <p:nvPr/>
        </p:nvCxnSpPr>
        <p:spPr>
          <a:xfrm>
            <a:off x="4156634" y="2439504"/>
            <a:ext cx="76103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ABEE8FB-E3C9-40FC-AE7A-455BB5E1FA17}"/>
              </a:ext>
            </a:extLst>
          </p:cNvPr>
          <p:cNvCxnSpPr>
            <a:cxnSpLocks/>
          </p:cNvCxnSpPr>
          <p:nvPr/>
        </p:nvCxnSpPr>
        <p:spPr>
          <a:xfrm>
            <a:off x="4156634" y="6299603"/>
            <a:ext cx="76103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C49DF41-4A6C-48FC-ABF8-8B75442D05E9}"/>
              </a:ext>
            </a:extLst>
          </p:cNvPr>
          <p:cNvCxnSpPr>
            <a:cxnSpLocks/>
          </p:cNvCxnSpPr>
          <p:nvPr/>
        </p:nvCxnSpPr>
        <p:spPr>
          <a:xfrm>
            <a:off x="11767008" y="2439504"/>
            <a:ext cx="0" cy="386009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9F2CBF-3804-4D48-A57F-6880A939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107" y="2372924"/>
            <a:ext cx="7697002" cy="39203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задачи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D31EFCC-F18F-4683-8128-E8501A12A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3369" y="3877516"/>
            <a:ext cx="1058215" cy="549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Floor</a:t>
            </a:r>
            <a:endParaRPr lang="ru-RU" sz="2400" dirty="0"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419F7F3-C62F-43D0-A9E0-BC5CB6033E33}"/>
              </a:ext>
            </a:extLst>
          </p:cNvPr>
          <p:cNvCxnSpPr>
            <a:cxnSpLocks/>
          </p:cNvCxnSpPr>
          <p:nvPr/>
        </p:nvCxnSpPr>
        <p:spPr>
          <a:xfrm>
            <a:off x="3927107" y="2372924"/>
            <a:ext cx="0" cy="392034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48BEB04-D69D-4CE4-84FB-90D2D36434C9}"/>
              </a:ext>
            </a:extLst>
          </p:cNvPr>
          <p:cNvCxnSpPr>
            <a:cxnSpLocks/>
          </p:cNvCxnSpPr>
          <p:nvPr/>
        </p:nvCxnSpPr>
        <p:spPr>
          <a:xfrm>
            <a:off x="11624109" y="2372924"/>
            <a:ext cx="0" cy="392034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9031CC3-286B-49A7-B8C1-C4331AD01D67}"/>
              </a:ext>
            </a:extLst>
          </p:cNvPr>
          <p:cNvCxnSpPr>
            <a:cxnSpLocks/>
          </p:cNvCxnSpPr>
          <p:nvPr/>
        </p:nvCxnSpPr>
        <p:spPr>
          <a:xfrm>
            <a:off x="3927107" y="2372924"/>
            <a:ext cx="769700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BBBA66B-F7AB-48D6-B933-5B0C0EBCAA49}"/>
              </a:ext>
            </a:extLst>
          </p:cNvPr>
          <p:cNvCxnSpPr>
            <a:cxnSpLocks/>
          </p:cNvCxnSpPr>
          <p:nvPr/>
        </p:nvCxnSpPr>
        <p:spPr>
          <a:xfrm>
            <a:off x="3927107" y="6308144"/>
            <a:ext cx="769700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EAC02F-E37A-4040-8E7B-911457188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729" y="2304919"/>
            <a:ext cx="8014635" cy="410589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задачи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892D752-9B26-4FEA-9F32-05A2505C1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493" y="3916018"/>
            <a:ext cx="1058215" cy="549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Walls</a:t>
            </a:r>
            <a:endParaRPr lang="ru-RU" sz="2400" dirty="0"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CEF09BB-A46D-424D-ADD1-9DE4E7648C28}"/>
              </a:ext>
            </a:extLst>
          </p:cNvPr>
          <p:cNvCxnSpPr>
            <a:cxnSpLocks/>
          </p:cNvCxnSpPr>
          <p:nvPr/>
        </p:nvCxnSpPr>
        <p:spPr>
          <a:xfrm>
            <a:off x="3782729" y="2304919"/>
            <a:ext cx="801463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2A98F00-C94B-41D1-9050-5131A30A4A1B}"/>
              </a:ext>
            </a:extLst>
          </p:cNvPr>
          <p:cNvCxnSpPr>
            <a:cxnSpLocks/>
          </p:cNvCxnSpPr>
          <p:nvPr/>
        </p:nvCxnSpPr>
        <p:spPr>
          <a:xfrm>
            <a:off x="3782729" y="6410812"/>
            <a:ext cx="801463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D152FEA-413A-444E-9EC7-23A4C097ABDB}"/>
              </a:ext>
            </a:extLst>
          </p:cNvPr>
          <p:cNvCxnSpPr>
            <a:cxnSpLocks/>
          </p:cNvCxnSpPr>
          <p:nvPr/>
        </p:nvCxnSpPr>
        <p:spPr>
          <a:xfrm>
            <a:off x="3782729" y="2304919"/>
            <a:ext cx="0" cy="41058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9211262-64BB-4B0C-BA90-04A4A0BC5E05}"/>
              </a:ext>
            </a:extLst>
          </p:cNvPr>
          <p:cNvCxnSpPr>
            <a:cxnSpLocks/>
          </p:cNvCxnSpPr>
          <p:nvPr/>
        </p:nvCxnSpPr>
        <p:spPr>
          <a:xfrm>
            <a:off x="11797364" y="2304919"/>
            <a:ext cx="0" cy="41058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66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задачи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EF9F057-CBC9-4370-8E93-BB6193D5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419" y="3882046"/>
            <a:ext cx="2206683" cy="846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Персонажи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C1296FE-4C92-4316-97EF-8F91603BF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420" y="2784764"/>
            <a:ext cx="3257549" cy="35177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E72C2C-77E7-4F4B-B524-42EEF4021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581" y="2784764"/>
            <a:ext cx="3322608" cy="28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790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80F529-1FCC-43A5-99A6-97207273E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811" y="2536372"/>
            <a:ext cx="7437705" cy="379223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6D857-64BF-4532-843E-9E4BB61F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задачи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D7D4D658-206E-449D-BAA3-D7D287A46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032" y="3314359"/>
            <a:ext cx="3378467" cy="16263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Демонстрация работы программы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6143DE5-38EC-44D4-8104-433907FA9A24}"/>
              </a:ext>
            </a:extLst>
          </p:cNvPr>
          <p:cNvCxnSpPr>
            <a:cxnSpLocks/>
          </p:cNvCxnSpPr>
          <p:nvPr/>
        </p:nvCxnSpPr>
        <p:spPr>
          <a:xfrm>
            <a:off x="4604811" y="2536372"/>
            <a:ext cx="0" cy="379223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4A71268-D39B-4BC9-96F9-C41B3451F2C6}"/>
              </a:ext>
            </a:extLst>
          </p:cNvPr>
          <p:cNvCxnSpPr>
            <a:cxnSpLocks/>
          </p:cNvCxnSpPr>
          <p:nvPr/>
        </p:nvCxnSpPr>
        <p:spPr>
          <a:xfrm>
            <a:off x="12042516" y="2536372"/>
            <a:ext cx="0" cy="379223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9A624BB-A405-409C-9F0B-A634F35BE042}"/>
              </a:ext>
            </a:extLst>
          </p:cNvPr>
          <p:cNvCxnSpPr>
            <a:cxnSpLocks/>
          </p:cNvCxnSpPr>
          <p:nvPr/>
        </p:nvCxnSpPr>
        <p:spPr>
          <a:xfrm>
            <a:off x="4604811" y="2536372"/>
            <a:ext cx="743770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F1F17F-092E-40D2-9BB7-042BC71B9EA8}"/>
              </a:ext>
            </a:extLst>
          </p:cNvPr>
          <p:cNvCxnSpPr>
            <a:cxnSpLocks/>
          </p:cNvCxnSpPr>
          <p:nvPr/>
        </p:nvCxnSpPr>
        <p:spPr>
          <a:xfrm>
            <a:off x="4604811" y="6328609"/>
            <a:ext cx="743770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74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646693"/>
            <a:ext cx="10571998" cy="970450"/>
          </a:xfrm>
        </p:spPr>
        <p:txBody>
          <a:bodyPr/>
          <a:lstStyle/>
          <a:p>
            <a:r>
              <a:rPr lang="ru-RU" dirty="0"/>
              <a:t>Среда разработки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76E84-0E1D-4800-B52D-A8E0D5FD678D}"/>
              </a:ext>
            </a:extLst>
          </p:cNvPr>
          <p:cNvSpPr txBox="1"/>
          <p:nvPr/>
        </p:nvSpPr>
        <p:spPr>
          <a:xfrm>
            <a:off x="308973" y="3987594"/>
            <a:ext cx="23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 Studio Code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AE09CFD-FC95-4FC0-B70E-F4274B0B5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671" y="2084667"/>
            <a:ext cx="4110536" cy="278659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A2B8C8-1D69-426E-9970-CB60FBA5E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655" y="2084667"/>
            <a:ext cx="3984308" cy="290627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E779A01-B155-4552-B824-51C9A3F20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241" y="3622860"/>
            <a:ext cx="4389819" cy="2736166"/>
          </a:xfrm>
          <a:prstGeom prst="rect">
            <a:avLst/>
          </a:prstGeom>
        </p:spPr>
      </p:pic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19CEEDB9-360B-471A-AA53-5005609C4213}"/>
              </a:ext>
            </a:extLst>
          </p:cNvPr>
          <p:cNvCxnSpPr>
            <a:cxnSpLocks/>
          </p:cNvCxnSpPr>
          <p:nvPr/>
        </p:nvCxnSpPr>
        <p:spPr>
          <a:xfrm>
            <a:off x="2806671" y="2084667"/>
            <a:ext cx="0" cy="278659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443EAE59-7F28-417E-BA8C-073596BA9C62}"/>
              </a:ext>
            </a:extLst>
          </p:cNvPr>
          <p:cNvCxnSpPr>
            <a:cxnSpLocks/>
          </p:cNvCxnSpPr>
          <p:nvPr/>
        </p:nvCxnSpPr>
        <p:spPr>
          <a:xfrm>
            <a:off x="11079963" y="2084667"/>
            <a:ext cx="0" cy="278659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07245C6-EF75-4CC3-B72C-A118C21FD0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507" y="3622860"/>
            <a:ext cx="4110537" cy="2747009"/>
          </a:xfrm>
          <a:prstGeom prst="rect">
            <a:avLst/>
          </a:prstGeom>
        </p:spPr>
      </p:pic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14EDCE3-63B3-4BE9-8837-72A95D3124B0}"/>
              </a:ext>
            </a:extLst>
          </p:cNvPr>
          <p:cNvCxnSpPr>
            <a:cxnSpLocks/>
          </p:cNvCxnSpPr>
          <p:nvPr/>
        </p:nvCxnSpPr>
        <p:spPr>
          <a:xfrm>
            <a:off x="12052044" y="3622860"/>
            <a:ext cx="0" cy="274700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949A1F3-596B-49AA-B954-A5A21F441E2F}"/>
              </a:ext>
            </a:extLst>
          </p:cNvPr>
          <p:cNvCxnSpPr>
            <a:cxnSpLocks/>
          </p:cNvCxnSpPr>
          <p:nvPr/>
        </p:nvCxnSpPr>
        <p:spPr>
          <a:xfrm>
            <a:off x="7941506" y="6359026"/>
            <a:ext cx="4110538" cy="1084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75869CED-4806-4678-8930-46F1E08FD400}"/>
              </a:ext>
            </a:extLst>
          </p:cNvPr>
          <p:cNvCxnSpPr>
            <a:cxnSpLocks/>
          </p:cNvCxnSpPr>
          <p:nvPr/>
        </p:nvCxnSpPr>
        <p:spPr>
          <a:xfrm>
            <a:off x="3373241" y="6369869"/>
            <a:ext cx="438981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FDA83609-2AE0-4AAA-84B8-A2A05347932A}"/>
              </a:ext>
            </a:extLst>
          </p:cNvPr>
          <p:cNvCxnSpPr>
            <a:cxnSpLocks/>
          </p:cNvCxnSpPr>
          <p:nvPr/>
        </p:nvCxnSpPr>
        <p:spPr>
          <a:xfrm>
            <a:off x="3373241" y="3617440"/>
            <a:ext cx="0" cy="275242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6D9E1C3A-0169-48B8-B285-BA1CC7F84DF6}"/>
              </a:ext>
            </a:extLst>
          </p:cNvPr>
          <p:cNvCxnSpPr>
            <a:cxnSpLocks/>
          </p:cNvCxnSpPr>
          <p:nvPr/>
        </p:nvCxnSpPr>
        <p:spPr>
          <a:xfrm>
            <a:off x="2806670" y="2084667"/>
            <a:ext cx="411053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2EA16D25-9B59-4C4D-A457-E598224E83E0}"/>
              </a:ext>
            </a:extLst>
          </p:cNvPr>
          <p:cNvCxnSpPr>
            <a:cxnSpLocks/>
          </p:cNvCxnSpPr>
          <p:nvPr/>
        </p:nvCxnSpPr>
        <p:spPr>
          <a:xfrm>
            <a:off x="7095655" y="2068985"/>
            <a:ext cx="398430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1D57CD9C-04DC-4A25-ADC4-9AC59374F46D}"/>
              </a:ext>
            </a:extLst>
          </p:cNvPr>
          <p:cNvCxnSpPr>
            <a:cxnSpLocks/>
          </p:cNvCxnSpPr>
          <p:nvPr/>
        </p:nvCxnSpPr>
        <p:spPr>
          <a:xfrm flipH="1">
            <a:off x="2806671" y="4871258"/>
            <a:ext cx="56657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5E426E76-90F4-42AF-8E6D-4BCD66EEC531}"/>
              </a:ext>
            </a:extLst>
          </p:cNvPr>
          <p:cNvCxnSpPr>
            <a:cxnSpLocks/>
            <a:stCxn id="20" idx="1"/>
            <a:endCxn id="18" idx="3"/>
          </p:cNvCxnSpPr>
          <p:nvPr/>
        </p:nvCxnSpPr>
        <p:spPr>
          <a:xfrm flipH="1" flipV="1">
            <a:off x="7763060" y="4990943"/>
            <a:ext cx="178447" cy="542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8705AAEC-077C-49AD-87B9-9EF450567345}"/>
              </a:ext>
            </a:extLst>
          </p:cNvPr>
          <p:cNvCxnSpPr>
            <a:cxnSpLocks/>
          </p:cNvCxnSpPr>
          <p:nvPr/>
        </p:nvCxnSpPr>
        <p:spPr>
          <a:xfrm>
            <a:off x="3373240" y="3596896"/>
            <a:ext cx="438981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FC7EE0DA-003F-4FE9-A572-9AD3C4CCCC50}"/>
              </a:ext>
            </a:extLst>
          </p:cNvPr>
          <p:cNvCxnSpPr>
            <a:cxnSpLocks/>
          </p:cNvCxnSpPr>
          <p:nvPr/>
        </p:nvCxnSpPr>
        <p:spPr>
          <a:xfrm>
            <a:off x="7941506" y="3601757"/>
            <a:ext cx="4110538" cy="1084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530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646693"/>
            <a:ext cx="10571998" cy="970450"/>
          </a:xfrm>
        </p:spPr>
        <p:txBody>
          <a:bodyPr/>
          <a:lstStyle/>
          <a:p>
            <a:r>
              <a:rPr lang="ru-RU" dirty="0"/>
              <a:t>Среда разработки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66233-C1F4-445A-BF30-5E199537C0CB}"/>
              </a:ext>
            </a:extLst>
          </p:cNvPr>
          <p:cNvSpPr txBox="1"/>
          <p:nvPr/>
        </p:nvSpPr>
        <p:spPr>
          <a:xfrm>
            <a:off x="810000" y="3665912"/>
            <a:ext cx="2319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Visual Studio Code </a:t>
            </a:r>
          </a:p>
          <a:p>
            <a:pPr algn="ctr"/>
            <a:r>
              <a:rPr lang="ru-RU" dirty="0"/>
              <a:t>В режиме редактирования кода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A8FDAC-E716-4AAD-8571-47CCB6F80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777" y="2202016"/>
            <a:ext cx="8318269" cy="4406082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ADE7D53-657C-42B1-9F3E-B8C2E255F2A7}"/>
              </a:ext>
            </a:extLst>
          </p:cNvPr>
          <p:cNvCxnSpPr>
            <a:cxnSpLocks/>
          </p:cNvCxnSpPr>
          <p:nvPr/>
        </p:nvCxnSpPr>
        <p:spPr>
          <a:xfrm>
            <a:off x="3316777" y="2202016"/>
            <a:ext cx="831826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F119C50-FF81-4753-984E-7066C4A42079}"/>
              </a:ext>
            </a:extLst>
          </p:cNvPr>
          <p:cNvCxnSpPr>
            <a:cxnSpLocks/>
          </p:cNvCxnSpPr>
          <p:nvPr/>
        </p:nvCxnSpPr>
        <p:spPr>
          <a:xfrm>
            <a:off x="3316777" y="2202016"/>
            <a:ext cx="0" cy="44060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E3FDC25-3B23-4AF1-AE34-BCD683866722}"/>
              </a:ext>
            </a:extLst>
          </p:cNvPr>
          <p:cNvCxnSpPr>
            <a:cxnSpLocks/>
          </p:cNvCxnSpPr>
          <p:nvPr/>
        </p:nvCxnSpPr>
        <p:spPr>
          <a:xfrm>
            <a:off x="11635046" y="2202016"/>
            <a:ext cx="0" cy="44060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4008E78E-B1E3-4403-A5DE-3BDAC4B802CC}"/>
              </a:ext>
            </a:extLst>
          </p:cNvPr>
          <p:cNvCxnSpPr>
            <a:cxnSpLocks/>
          </p:cNvCxnSpPr>
          <p:nvPr/>
        </p:nvCxnSpPr>
        <p:spPr>
          <a:xfrm>
            <a:off x="3316777" y="6608098"/>
            <a:ext cx="831826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61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EDE6F71-5D03-4785-B488-8E6AA27AB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003" y="2951018"/>
            <a:ext cx="6845080" cy="300464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28FB5-4F48-4766-9FDD-CE726F5CEE47}"/>
              </a:ext>
            </a:extLst>
          </p:cNvPr>
          <p:cNvSpPr txBox="1"/>
          <p:nvPr/>
        </p:nvSpPr>
        <p:spPr>
          <a:xfrm>
            <a:off x="1512916" y="3429000"/>
            <a:ext cx="217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dirty="0">
                <a:cs typeface="Times New Roman" panose="02020603050405020304" pitchFamily="18" charset="0"/>
              </a:rPr>
              <a:t>Рисование стен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8F461BC-D536-4C42-BA06-936924322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877" y="4339243"/>
            <a:ext cx="2278408" cy="1162354"/>
          </a:xfrm>
          <a:prstGeom prst="rect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D2779DCB-22A6-4344-9DEA-114348A4836D}"/>
              </a:ext>
            </a:extLst>
          </p:cNvPr>
          <p:cNvCxnSpPr>
            <a:cxnSpLocks/>
          </p:cNvCxnSpPr>
          <p:nvPr/>
        </p:nvCxnSpPr>
        <p:spPr>
          <a:xfrm>
            <a:off x="3834003" y="2951018"/>
            <a:ext cx="684508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D411450C-80D2-40D9-93F3-E2CF5975D6EB}"/>
              </a:ext>
            </a:extLst>
          </p:cNvPr>
          <p:cNvCxnSpPr>
            <a:cxnSpLocks/>
          </p:cNvCxnSpPr>
          <p:nvPr/>
        </p:nvCxnSpPr>
        <p:spPr>
          <a:xfrm>
            <a:off x="3834003" y="5955660"/>
            <a:ext cx="684508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472A239A-4BA9-4FAB-ACB3-C66DF6F74984}"/>
              </a:ext>
            </a:extLst>
          </p:cNvPr>
          <p:cNvCxnSpPr>
            <a:cxnSpLocks/>
          </p:cNvCxnSpPr>
          <p:nvPr/>
        </p:nvCxnSpPr>
        <p:spPr>
          <a:xfrm flipV="1">
            <a:off x="10679083" y="2951018"/>
            <a:ext cx="0" cy="300464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72FD9A6D-C9B5-46E7-B0D7-3E5D5DA7E86F}"/>
              </a:ext>
            </a:extLst>
          </p:cNvPr>
          <p:cNvCxnSpPr>
            <a:cxnSpLocks/>
          </p:cNvCxnSpPr>
          <p:nvPr/>
        </p:nvCxnSpPr>
        <p:spPr>
          <a:xfrm flipV="1">
            <a:off x="3834003" y="2951018"/>
            <a:ext cx="0" cy="300464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BEFAF4A7-C98A-4FFE-AAA0-C8234BD154B9}"/>
              </a:ext>
            </a:extLst>
          </p:cNvPr>
          <p:cNvCxnSpPr>
            <a:cxnSpLocks/>
          </p:cNvCxnSpPr>
          <p:nvPr/>
        </p:nvCxnSpPr>
        <p:spPr>
          <a:xfrm flipV="1">
            <a:off x="3649285" y="4339244"/>
            <a:ext cx="0" cy="116235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3F0E551-A5B5-4879-825D-1858F1A4D91B}"/>
              </a:ext>
            </a:extLst>
          </p:cNvPr>
          <p:cNvCxnSpPr>
            <a:cxnSpLocks/>
          </p:cNvCxnSpPr>
          <p:nvPr/>
        </p:nvCxnSpPr>
        <p:spPr>
          <a:xfrm flipV="1">
            <a:off x="1370877" y="4339243"/>
            <a:ext cx="0" cy="116235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F4F76D2E-843E-45FB-A97A-5712A4BCDA7F}"/>
              </a:ext>
            </a:extLst>
          </p:cNvPr>
          <p:cNvCxnSpPr>
            <a:cxnSpLocks/>
          </p:cNvCxnSpPr>
          <p:nvPr/>
        </p:nvCxnSpPr>
        <p:spPr>
          <a:xfrm flipH="1">
            <a:off x="1370876" y="5501596"/>
            <a:ext cx="227840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20DB00B0-C949-40C5-9E0A-D0AF89D9B5B2}"/>
              </a:ext>
            </a:extLst>
          </p:cNvPr>
          <p:cNvCxnSpPr>
            <a:cxnSpLocks/>
          </p:cNvCxnSpPr>
          <p:nvPr/>
        </p:nvCxnSpPr>
        <p:spPr>
          <a:xfrm flipH="1">
            <a:off x="1370875" y="4339243"/>
            <a:ext cx="227840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272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3B359F-432A-4414-8B90-2E2C640D7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528" y="3959561"/>
            <a:ext cx="2344189" cy="118217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966A8-DD50-42AC-B9CF-F1FDF2CA73EC}"/>
              </a:ext>
            </a:extLst>
          </p:cNvPr>
          <p:cNvSpPr txBox="1"/>
          <p:nvPr/>
        </p:nvSpPr>
        <p:spPr>
          <a:xfrm>
            <a:off x="1404850" y="3119643"/>
            <a:ext cx="2344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dirty="0">
                <a:cs typeface="Times New Roman" panose="02020603050405020304" pitchFamily="18" charset="0"/>
              </a:rPr>
              <a:t>Рисование травы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594AB9-0291-4DD3-848A-26ACF0E0E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985" y="3500761"/>
            <a:ext cx="6182996" cy="929386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045B1A6-2FE0-428D-869F-C9A0EE9DD7C0}"/>
              </a:ext>
            </a:extLst>
          </p:cNvPr>
          <p:cNvCxnSpPr>
            <a:cxnSpLocks/>
          </p:cNvCxnSpPr>
          <p:nvPr/>
        </p:nvCxnSpPr>
        <p:spPr>
          <a:xfrm flipH="1">
            <a:off x="4039986" y="4430147"/>
            <a:ext cx="6182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82F1598-CF39-4AE0-BB54-8870CAB039E7}"/>
              </a:ext>
            </a:extLst>
          </p:cNvPr>
          <p:cNvCxnSpPr>
            <a:cxnSpLocks/>
          </p:cNvCxnSpPr>
          <p:nvPr/>
        </p:nvCxnSpPr>
        <p:spPr>
          <a:xfrm flipH="1">
            <a:off x="4039986" y="3500761"/>
            <a:ext cx="6182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B7360BF-D74A-4B9D-AACC-DBA7BF9089E9}"/>
              </a:ext>
            </a:extLst>
          </p:cNvPr>
          <p:cNvCxnSpPr>
            <a:cxnSpLocks/>
          </p:cNvCxnSpPr>
          <p:nvPr/>
        </p:nvCxnSpPr>
        <p:spPr>
          <a:xfrm flipV="1">
            <a:off x="4039985" y="3488975"/>
            <a:ext cx="0" cy="94117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60E3330A-F856-4A20-A955-303E439C677C}"/>
              </a:ext>
            </a:extLst>
          </p:cNvPr>
          <p:cNvCxnSpPr>
            <a:cxnSpLocks/>
          </p:cNvCxnSpPr>
          <p:nvPr/>
        </p:nvCxnSpPr>
        <p:spPr>
          <a:xfrm flipV="1">
            <a:off x="10242377" y="3500761"/>
            <a:ext cx="0" cy="94117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2D0900AA-AC95-4B47-B244-21EDB359F658}"/>
              </a:ext>
            </a:extLst>
          </p:cNvPr>
          <p:cNvCxnSpPr>
            <a:cxnSpLocks/>
          </p:cNvCxnSpPr>
          <p:nvPr/>
        </p:nvCxnSpPr>
        <p:spPr>
          <a:xfrm flipV="1">
            <a:off x="3682320" y="3959561"/>
            <a:ext cx="0" cy="118807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B2417B17-004B-41FB-AB73-6A9CCB2C2463}"/>
              </a:ext>
            </a:extLst>
          </p:cNvPr>
          <p:cNvCxnSpPr>
            <a:cxnSpLocks/>
          </p:cNvCxnSpPr>
          <p:nvPr/>
        </p:nvCxnSpPr>
        <p:spPr>
          <a:xfrm flipV="1">
            <a:off x="1338131" y="3971348"/>
            <a:ext cx="1" cy="11703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26EA4A0-2E9D-440F-B48D-666630E6B7FC}"/>
              </a:ext>
            </a:extLst>
          </p:cNvPr>
          <p:cNvCxnSpPr>
            <a:cxnSpLocks/>
          </p:cNvCxnSpPr>
          <p:nvPr/>
        </p:nvCxnSpPr>
        <p:spPr>
          <a:xfrm>
            <a:off x="1357528" y="3959561"/>
            <a:ext cx="232479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1A8AB9E1-39E0-4969-BD75-CFDEBDC920E1}"/>
              </a:ext>
            </a:extLst>
          </p:cNvPr>
          <p:cNvCxnSpPr>
            <a:cxnSpLocks/>
          </p:cNvCxnSpPr>
          <p:nvPr/>
        </p:nvCxnSpPr>
        <p:spPr>
          <a:xfrm flipV="1">
            <a:off x="1338131" y="5141738"/>
            <a:ext cx="2344189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67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95F207-1FF1-4FD8-A73C-B3977F7DD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967" y="4231178"/>
            <a:ext cx="2531138" cy="12424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EB90A-80D4-458E-BBA0-E246AEC57B73}"/>
              </a:ext>
            </a:extLst>
          </p:cNvPr>
          <p:cNvSpPr txBox="1"/>
          <p:nvPr/>
        </p:nvSpPr>
        <p:spPr>
          <a:xfrm>
            <a:off x="1521229" y="3310836"/>
            <a:ext cx="2335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dirty="0">
                <a:cs typeface="Times New Roman" panose="02020603050405020304" pitchFamily="18" charset="0"/>
              </a:rPr>
              <a:t>Рисование пола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726D2A-1033-4F11-AC24-0824D37EC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484" y="3495502"/>
            <a:ext cx="6639049" cy="1124648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75604BA-51D8-4D4B-A6B4-E4D6101B8BAB}"/>
              </a:ext>
            </a:extLst>
          </p:cNvPr>
          <p:cNvCxnSpPr>
            <a:cxnSpLocks/>
          </p:cNvCxnSpPr>
          <p:nvPr/>
        </p:nvCxnSpPr>
        <p:spPr>
          <a:xfrm flipV="1">
            <a:off x="3857105" y="4231178"/>
            <a:ext cx="0" cy="124243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E47B2B5-D435-4593-A5ED-47D5EE5A0D81}"/>
              </a:ext>
            </a:extLst>
          </p:cNvPr>
          <p:cNvCxnSpPr>
            <a:cxnSpLocks/>
          </p:cNvCxnSpPr>
          <p:nvPr/>
        </p:nvCxnSpPr>
        <p:spPr>
          <a:xfrm flipV="1">
            <a:off x="1325967" y="4231178"/>
            <a:ext cx="0" cy="124243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C6B93D1-5637-4CBC-9F82-1D5B492348A0}"/>
              </a:ext>
            </a:extLst>
          </p:cNvPr>
          <p:cNvCxnSpPr>
            <a:cxnSpLocks/>
          </p:cNvCxnSpPr>
          <p:nvPr/>
        </p:nvCxnSpPr>
        <p:spPr>
          <a:xfrm>
            <a:off x="1325967" y="4231178"/>
            <a:ext cx="25311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3C0B060-E74A-44A8-99EC-21A76AC9290A}"/>
              </a:ext>
            </a:extLst>
          </p:cNvPr>
          <p:cNvCxnSpPr>
            <a:cxnSpLocks/>
          </p:cNvCxnSpPr>
          <p:nvPr/>
        </p:nvCxnSpPr>
        <p:spPr>
          <a:xfrm>
            <a:off x="1325967" y="5473613"/>
            <a:ext cx="25311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A25AE72-3D6F-4A2C-A836-FFCFD652B5B8}"/>
              </a:ext>
            </a:extLst>
          </p:cNvPr>
          <p:cNvCxnSpPr>
            <a:cxnSpLocks/>
          </p:cNvCxnSpPr>
          <p:nvPr/>
        </p:nvCxnSpPr>
        <p:spPr>
          <a:xfrm>
            <a:off x="4207002" y="3495502"/>
            <a:ext cx="656553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8FFC090-ECDA-4D9B-B7C2-855BBF7298A0}"/>
              </a:ext>
            </a:extLst>
          </p:cNvPr>
          <p:cNvCxnSpPr>
            <a:cxnSpLocks/>
          </p:cNvCxnSpPr>
          <p:nvPr/>
        </p:nvCxnSpPr>
        <p:spPr>
          <a:xfrm>
            <a:off x="4207002" y="4620150"/>
            <a:ext cx="656553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7A664B7-C74E-4718-A198-333AD4203847}"/>
              </a:ext>
            </a:extLst>
          </p:cNvPr>
          <p:cNvCxnSpPr>
            <a:cxnSpLocks/>
          </p:cNvCxnSpPr>
          <p:nvPr/>
        </p:nvCxnSpPr>
        <p:spPr>
          <a:xfrm>
            <a:off x="4207002" y="3495502"/>
            <a:ext cx="0" cy="112464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0C570112-65C0-46E6-9076-B9E1E6F3A088}"/>
              </a:ext>
            </a:extLst>
          </p:cNvPr>
          <p:cNvCxnSpPr>
            <a:cxnSpLocks/>
          </p:cNvCxnSpPr>
          <p:nvPr/>
        </p:nvCxnSpPr>
        <p:spPr>
          <a:xfrm>
            <a:off x="10801004" y="3495502"/>
            <a:ext cx="0" cy="112464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857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DBBF1CC-557A-41A0-B739-60E859924ED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74" y="2108530"/>
            <a:ext cx="1588657" cy="45799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2C4525-B048-4FA4-92AD-6D5B9D26644F}"/>
              </a:ext>
            </a:extLst>
          </p:cNvPr>
          <p:cNvSpPr txBox="1"/>
          <p:nvPr/>
        </p:nvSpPr>
        <p:spPr>
          <a:xfrm>
            <a:off x="1712421" y="3752165"/>
            <a:ext cx="1546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dirty="0">
                <a:cs typeface="Times New Roman" panose="02020603050405020304" pitchFamily="18" charset="0"/>
              </a:rPr>
              <a:t>Процедура </a:t>
            </a:r>
            <a:r>
              <a:rPr lang="en-US" sz="1800" dirty="0">
                <a:cs typeface="Times New Roman" panose="02020603050405020304" pitchFamily="18" charset="0"/>
              </a:rPr>
              <a:t>FormCreate</a:t>
            </a:r>
            <a:endParaRPr lang="ru-RU" sz="1800" dirty="0"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A3AD69-6AD4-400F-BDEC-3E93910B5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827" y="2995067"/>
            <a:ext cx="3611169" cy="2160528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262EAC8-77E6-4AC8-B3FC-B6224A2BA8A6}"/>
              </a:ext>
            </a:extLst>
          </p:cNvPr>
          <p:cNvCxnSpPr>
            <a:cxnSpLocks/>
          </p:cNvCxnSpPr>
          <p:nvPr/>
        </p:nvCxnSpPr>
        <p:spPr>
          <a:xfrm>
            <a:off x="3858827" y="2995067"/>
            <a:ext cx="0" cy="216052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09E3853-486C-4BD7-A031-DF33F80DD6DF}"/>
              </a:ext>
            </a:extLst>
          </p:cNvPr>
          <p:cNvCxnSpPr>
            <a:cxnSpLocks/>
          </p:cNvCxnSpPr>
          <p:nvPr/>
        </p:nvCxnSpPr>
        <p:spPr>
          <a:xfrm>
            <a:off x="7469996" y="2995067"/>
            <a:ext cx="0" cy="216052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0B61E7CD-CF68-4737-B6BF-01090A132841}"/>
              </a:ext>
            </a:extLst>
          </p:cNvPr>
          <p:cNvCxnSpPr>
            <a:cxnSpLocks/>
          </p:cNvCxnSpPr>
          <p:nvPr/>
        </p:nvCxnSpPr>
        <p:spPr>
          <a:xfrm>
            <a:off x="3858827" y="2995067"/>
            <a:ext cx="361116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8F53DDD-D570-45D1-B07F-872D226DBF93}"/>
              </a:ext>
            </a:extLst>
          </p:cNvPr>
          <p:cNvCxnSpPr>
            <a:cxnSpLocks/>
          </p:cNvCxnSpPr>
          <p:nvPr/>
        </p:nvCxnSpPr>
        <p:spPr>
          <a:xfrm>
            <a:off x="3858827" y="5155595"/>
            <a:ext cx="361116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DF7904B9-2807-496B-8F9B-B7555392D5B3}"/>
              </a:ext>
            </a:extLst>
          </p:cNvPr>
          <p:cNvCxnSpPr>
            <a:cxnSpLocks/>
          </p:cNvCxnSpPr>
          <p:nvPr/>
        </p:nvCxnSpPr>
        <p:spPr>
          <a:xfrm>
            <a:off x="8333174" y="2108530"/>
            <a:ext cx="15886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243F0D4-887C-4111-B566-ADA9F5FC48C0}"/>
              </a:ext>
            </a:extLst>
          </p:cNvPr>
          <p:cNvCxnSpPr>
            <a:cxnSpLocks/>
          </p:cNvCxnSpPr>
          <p:nvPr/>
        </p:nvCxnSpPr>
        <p:spPr>
          <a:xfrm>
            <a:off x="8333174" y="6680016"/>
            <a:ext cx="15886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DABE8E52-7837-42CC-826F-DD29320E6B2C}"/>
              </a:ext>
            </a:extLst>
          </p:cNvPr>
          <p:cNvCxnSpPr>
            <a:cxnSpLocks/>
          </p:cNvCxnSpPr>
          <p:nvPr/>
        </p:nvCxnSpPr>
        <p:spPr>
          <a:xfrm>
            <a:off x="8333174" y="2108530"/>
            <a:ext cx="0" cy="457148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6872E7AF-0742-4F2E-A9A4-3341AB6FCBD6}"/>
              </a:ext>
            </a:extLst>
          </p:cNvPr>
          <p:cNvCxnSpPr>
            <a:cxnSpLocks/>
          </p:cNvCxnSpPr>
          <p:nvPr/>
        </p:nvCxnSpPr>
        <p:spPr>
          <a:xfrm>
            <a:off x="9911798" y="2108530"/>
            <a:ext cx="0" cy="457148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664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ED09924-5BBC-4300-9ED5-7A39A75E8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813" y="2219499"/>
            <a:ext cx="5138900" cy="44734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DBB7172-EF58-49CB-AE68-85848A14DB5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9541" y="2053245"/>
            <a:ext cx="1600557" cy="4638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01AFA5-CC08-4219-A118-5964BB5C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3507971"/>
            <a:ext cx="2855913" cy="15883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Сложная функция </a:t>
            </a:r>
            <a:r>
              <a:rPr lang="en-US" dirty="0"/>
              <a:t>Timer1Timer</a:t>
            </a:r>
            <a:endParaRPr lang="ru-RU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F490FD1-4219-4254-82D5-EE78016183F5}"/>
              </a:ext>
            </a:extLst>
          </p:cNvPr>
          <p:cNvCxnSpPr>
            <a:cxnSpLocks/>
          </p:cNvCxnSpPr>
          <p:nvPr/>
        </p:nvCxnSpPr>
        <p:spPr>
          <a:xfrm>
            <a:off x="3665913" y="2219499"/>
            <a:ext cx="0" cy="445549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8AAE9B3-5A0E-4964-8E3D-FDA2869A37A4}"/>
              </a:ext>
            </a:extLst>
          </p:cNvPr>
          <p:cNvCxnSpPr>
            <a:cxnSpLocks/>
          </p:cNvCxnSpPr>
          <p:nvPr/>
        </p:nvCxnSpPr>
        <p:spPr>
          <a:xfrm>
            <a:off x="3665913" y="2219499"/>
            <a:ext cx="51508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A731CD9E-9396-4067-A32C-CDD2F4F0E6C3}"/>
              </a:ext>
            </a:extLst>
          </p:cNvPr>
          <p:cNvCxnSpPr>
            <a:cxnSpLocks/>
          </p:cNvCxnSpPr>
          <p:nvPr/>
        </p:nvCxnSpPr>
        <p:spPr>
          <a:xfrm>
            <a:off x="9781441" y="2042030"/>
            <a:ext cx="15886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DCBB334-CE95-4FFE-A752-2FDEA1F565A8}"/>
              </a:ext>
            </a:extLst>
          </p:cNvPr>
          <p:cNvCxnSpPr>
            <a:cxnSpLocks/>
          </p:cNvCxnSpPr>
          <p:nvPr/>
        </p:nvCxnSpPr>
        <p:spPr>
          <a:xfrm>
            <a:off x="9769541" y="6674991"/>
            <a:ext cx="158865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505CA680-9611-4FC2-9627-11885D58DEF7}"/>
              </a:ext>
            </a:extLst>
          </p:cNvPr>
          <p:cNvCxnSpPr>
            <a:cxnSpLocks/>
          </p:cNvCxnSpPr>
          <p:nvPr/>
        </p:nvCxnSpPr>
        <p:spPr>
          <a:xfrm flipV="1">
            <a:off x="9769541" y="2053246"/>
            <a:ext cx="0" cy="462174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B6009DFB-B073-4D77-B01C-46CEB349D898}"/>
              </a:ext>
            </a:extLst>
          </p:cNvPr>
          <p:cNvCxnSpPr>
            <a:cxnSpLocks/>
          </p:cNvCxnSpPr>
          <p:nvPr/>
        </p:nvCxnSpPr>
        <p:spPr>
          <a:xfrm flipH="1" flipV="1">
            <a:off x="11370098" y="2042030"/>
            <a:ext cx="11900" cy="463850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459778E-327D-46E5-A027-72EDE13CE96D}"/>
              </a:ext>
            </a:extLst>
          </p:cNvPr>
          <p:cNvCxnSpPr>
            <a:cxnSpLocks/>
          </p:cNvCxnSpPr>
          <p:nvPr/>
        </p:nvCxnSpPr>
        <p:spPr>
          <a:xfrm>
            <a:off x="8816713" y="2219499"/>
            <a:ext cx="0" cy="445549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CA8AC02-175D-4266-A6B9-1D17B45FD771}"/>
              </a:ext>
            </a:extLst>
          </p:cNvPr>
          <p:cNvCxnSpPr>
            <a:cxnSpLocks/>
          </p:cNvCxnSpPr>
          <p:nvPr/>
        </p:nvCxnSpPr>
        <p:spPr>
          <a:xfrm>
            <a:off x="3665913" y="6691746"/>
            <a:ext cx="51508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262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FBBD33D-FBB4-463E-B3E9-61F503200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910" y="2137758"/>
            <a:ext cx="9278645" cy="45726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01AFA5-CC08-4219-A118-5964BB5C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626901"/>
            <a:ext cx="2855913" cy="15883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Сложная функция </a:t>
            </a:r>
            <a:r>
              <a:rPr lang="en-US" dirty="0"/>
              <a:t>Timer1Timer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87A970-1405-4104-8505-A42FC2ADDC02}"/>
              </a:ext>
            </a:extLst>
          </p:cNvPr>
          <p:cNvSpPr txBox="1"/>
          <p:nvPr/>
        </p:nvSpPr>
        <p:spPr>
          <a:xfrm>
            <a:off x="9006712" y="2229197"/>
            <a:ext cx="30911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dirty="0"/>
              <a:t>Установка </a:t>
            </a:r>
          </a:p>
          <a:p>
            <a:pPr marL="0" indent="0" algn="ctr">
              <a:buNone/>
            </a:pPr>
            <a:r>
              <a:rPr lang="ru-RU" dirty="0"/>
              <a:t>случайного</a:t>
            </a:r>
          </a:p>
          <a:p>
            <a:pPr marL="0" indent="0" algn="ctr">
              <a:buNone/>
            </a:pPr>
            <a:r>
              <a:rPr lang="ru-RU" dirty="0"/>
              <a:t> перемещения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F490FD1-4219-4254-82D5-EE78016183F5}"/>
              </a:ext>
            </a:extLst>
          </p:cNvPr>
          <p:cNvCxnSpPr>
            <a:cxnSpLocks/>
          </p:cNvCxnSpPr>
          <p:nvPr/>
        </p:nvCxnSpPr>
        <p:spPr>
          <a:xfrm>
            <a:off x="2676710" y="2131755"/>
            <a:ext cx="28200" cy="457864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8AAE9B3-5A0E-4964-8E3D-FDA2869A37A4}"/>
              </a:ext>
            </a:extLst>
          </p:cNvPr>
          <p:cNvCxnSpPr>
            <a:cxnSpLocks/>
          </p:cNvCxnSpPr>
          <p:nvPr/>
        </p:nvCxnSpPr>
        <p:spPr>
          <a:xfrm>
            <a:off x="2704910" y="2131755"/>
            <a:ext cx="927864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7271ED6-50F9-415A-86B2-543820BED4C4}"/>
              </a:ext>
            </a:extLst>
          </p:cNvPr>
          <p:cNvCxnSpPr>
            <a:cxnSpLocks/>
          </p:cNvCxnSpPr>
          <p:nvPr/>
        </p:nvCxnSpPr>
        <p:spPr>
          <a:xfrm>
            <a:off x="2704910" y="6706858"/>
            <a:ext cx="930684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4EBF9AFF-E148-49A4-A579-D0D48AC901AC}"/>
              </a:ext>
            </a:extLst>
          </p:cNvPr>
          <p:cNvCxnSpPr>
            <a:cxnSpLocks/>
          </p:cNvCxnSpPr>
          <p:nvPr/>
        </p:nvCxnSpPr>
        <p:spPr>
          <a:xfrm>
            <a:off x="11983555" y="2145444"/>
            <a:ext cx="28200" cy="45614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: уступ 33">
            <a:extLst>
              <a:ext uri="{FF2B5EF4-FFF2-40B4-BE49-F238E27FC236}">
                <a16:creationId xmlns:a16="http://schemas.microsoft.com/office/drawing/2014/main" id="{E75BAE07-18E9-4191-981F-699635C7BBF3}"/>
              </a:ext>
            </a:extLst>
          </p:cNvPr>
          <p:cNvCxnSpPr/>
          <p:nvPr/>
        </p:nvCxnSpPr>
        <p:spPr>
          <a:xfrm rot="10800000" flipV="1">
            <a:off x="7742165" y="2599422"/>
            <a:ext cx="1972734" cy="3825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60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42918F1-85CF-4FFA-98B1-7125F9504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947" y="2168072"/>
            <a:ext cx="9278645" cy="4572638"/>
          </a:xfrm>
          <a:prstGeom prst="rect">
            <a:avLst/>
          </a:prstGeom>
        </p:spPr>
      </p:pic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6821C290-976E-4E3F-9241-C1227D99089A}"/>
              </a:ext>
            </a:extLst>
          </p:cNvPr>
          <p:cNvCxnSpPr>
            <a:cxnSpLocks/>
          </p:cNvCxnSpPr>
          <p:nvPr/>
        </p:nvCxnSpPr>
        <p:spPr>
          <a:xfrm>
            <a:off x="2666847" y="2148380"/>
            <a:ext cx="28200" cy="457864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6DBE555F-EF26-4F43-98FD-CCBEC0D697E4}"/>
              </a:ext>
            </a:extLst>
          </p:cNvPr>
          <p:cNvCxnSpPr>
            <a:cxnSpLocks/>
          </p:cNvCxnSpPr>
          <p:nvPr/>
        </p:nvCxnSpPr>
        <p:spPr>
          <a:xfrm>
            <a:off x="2695047" y="2148380"/>
            <a:ext cx="927864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229507DD-38E5-4DC5-9F94-35271FB1D4AB}"/>
              </a:ext>
            </a:extLst>
          </p:cNvPr>
          <p:cNvCxnSpPr>
            <a:cxnSpLocks/>
          </p:cNvCxnSpPr>
          <p:nvPr/>
        </p:nvCxnSpPr>
        <p:spPr>
          <a:xfrm>
            <a:off x="2695047" y="6723483"/>
            <a:ext cx="927864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A365B364-36D5-400D-95D5-E00A9E82B31A}"/>
              </a:ext>
            </a:extLst>
          </p:cNvPr>
          <p:cNvCxnSpPr>
            <a:cxnSpLocks/>
          </p:cNvCxnSpPr>
          <p:nvPr/>
        </p:nvCxnSpPr>
        <p:spPr>
          <a:xfrm>
            <a:off x="11973692" y="2162069"/>
            <a:ext cx="14100" cy="45614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16DF5859-360D-4B86-8CED-B6FF546069B3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30955" y="2763552"/>
            <a:ext cx="2056677" cy="101042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01AFA5-CC08-4219-A118-5964BB5C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429000"/>
            <a:ext cx="2855913" cy="15883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Сложная функция </a:t>
            </a:r>
            <a:r>
              <a:rPr lang="en-US" dirty="0"/>
              <a:t>Timer1Timer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87A970-1405-4104-8505-A42FC2ADDC02}"/>
              </a:ext>
            </a:extLst>
          </p:cNvPr>
          <p:cNvSpPr txBox="1"/>
          <p:nvPr/>
        </p:nvSpPr>
        <p:spPr>
          <a:xfrm>
            <a:off x="8764513" y="2265201"/>
            <a:ext cx="25456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dirty="0"/>
              <a:t>Проверка на </a:t>
            </a:r>
          </a:p>
          <a:p>
            <a:pPr marL="0" indent="0" algn="ctr">
              <a:buNone/>
            </a:pPr>
            <a:r>
              <a:rPr lang="ru-RU" dirty="0"/>
              <a:t>столкновение</a:t>
            </a:r>
          </a:p>
          <a:p>
            <a:pPr marL="0" indent="0" algn="ctr">
              <a:buNone/>
            </a:pPr>
            <a:r>
              <a:rPr lang="ru-RU" dirty="0"/>
              <a:t> с другим </a:t>
            </a:r>
          </a:p>
          <a:p>
            <a:pPr marL="0" indent="0" algn="ctr">
              <a:buNone/>
            </a:pPr>
            <a:r>
              <a:rPr lang="ru-RU" dirty="0"/>
              <a:t>персонажем</a:t>
            </a:r>
          </a:p>
        </p:txBody>
      </p:sp>
    </p:spTree>
    <p:extLst>
      <p:ext uri="{BB962C8B-B14F-4D97-AF65-F5344CB8AC3E}">
        <p14:creationId xmlns:p14="http://schemas.microsoft.com/office/powerpoint/2010/main" val="3096954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7D7CA57-B282-44BE-BA1E-6DB3B7D39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374" y="2627474"/>
            <a:ext cx="7655777" cy="354237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C31B0-E21D-4D53-994A-00A094A7D24C}"/>
              </a:ext>
            </a:extLst>
          </p:cNvPr>
          <p:cNvSpPr txBox="1"/>
          <p:nvPr/>
        </p:nvSpPr>
        <p:spPr>
          <a:xfrm>
            <a:off x="139793" y="3864996"/>
            <a:ext cx="2239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dirty="0"/>
              <a:t>конец сложной</a:t>
            </a:r>
          </a:p>
          <a:p>
            <a:pPr marL="0" indent="0" algn="ctr">
              <a:buNone/>
            </a:pPr>
            <a:r>
              <a:rPr lang="ru-RU" dirty="0"/>
              <a:t> функции </a:t>
            </a:r>
          </a:p>
          <a:p>
            <a:pPr marL="0" indent="0" algn="ctr">
              <a:buNone/>
            </a:pPr>
            <a:r>
              <a:rPr lang="en-US" dirty="0"/>
              <a:t>Timer1Timer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487D6-C75B-4AC5-BD6C-F174C41B1D0B}"/>
              </a:ext>
            </a:extLst>
          </p:cNvPr>
          <p:cNvSpPr txBox="1"/>
          <p:nvPr/>
        </p:nvSpPr>
        <p:spPr>
          <a:xfrm>
            <a:off x="10261625" y="4061685"/>
            <a:ext cx="20313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dirty="0"/>
              <a:t>Проверка на </a:t>
            </a:r>
          </a:p>
          <a:p>
            <a:pPr marL="0" indent="0" algn="ctr">
              <a:buNone/>
            </a:pPr>
            <a:r>
              <a:rPr lang="ru-RU" dirty="0"/>
              <a:t>столкновение</a:t>
            </a:r>
          </a:p>
          <a:p>
            <a:pPr marL="0" indent="0" algn="ctr">
              <a:buNone/>
            </a:pPr>
            <a:r>
              <a:rPr lang="ru-RU" dirty="0"/>
              <a:t> со стенами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B9685B1-2FEF-4A7A-913E-1968D378CC60}"/>
              </a:ext>
            </a:extLst>
          </p:cNvPr>
          <p:cNvCxnSpPr>
            <a:cxnSpLocks/>
          </p:cNvCxnSpPr>
          <p:nvPr/>
        </p:nvCxnSpPr>
        <p:spPr>
          <a:xfrm>
            <a:off x="2502374" y="2627474"/>
            <a:ext cx="765577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036877BE-6E13-48A5-98CD-56F8A500411E}"/>
              </a:ext>
            </a:extLst>
          </p:cNvPr>
          <p:cNvCxnSpPr>
            <a:cxnSpLocks/>
          </p:cNvCxnSpPr>
          <p:nvPr/>
        </p:nvCxnSpPr>
        <p:spPr>
          <a:xfrm>
            <a:off x="2502374" y="2627474"/>
            <a:ext cx="0" cy="354237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A03E1D1-23EE-496D-AB06-C271078C7491}"/>
              </a:ext>
            </a:extLst>
          </p:cNvPr>
          <p:cNvCxnSpPr>
            <a:cxnSpLocks/>
          </p:cNvCxnSpPr>
          <p:nvPr/>
        </p:nvCxnSpPr>
        <p:spPr>
          <a:xfrm>
            <a:off x="2502374" y="6173267"/>
            <a:ext cx="765577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6F472AAA-2D93-4702-94E1-B3E78CEF6362}"/>
              </a:ext>
            </a:extLst>
          </p:cNvPr>
          <p:cNvCxnSpPr>
            <a:cxnSpLocks/>
          </p:cNvCxnSpPr>
          <p:nvPr/>
        </p:nvCxnSpPr>
        <p:spPr>
          <a:xfrm>
            <a:off x="10158151" y="2627474"/>
            <a:ext cx="0" cy="354237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id="{6B5F91CC-3FAA-45E1-A5CA-AD867199A347}"/>
              </a:ext>
            </a:extLst>
          </p:cNvPr>
          <p:cNvCxnSpPr>
            <a:stCxn id="9" idx="1"/>
          </p:cNvCxnSpPr>
          <p:nvPr/>
        </p:nvCxnSpPr>
        <p:spPr>
          <a:xfrm rot="10800000">
            <a:off x="8803179" y="3524596"/>
            <a:ext cx="1458447" cy="99875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843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01AFA5-CC08-4219-A118-5964BB5C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069" y="3278694"/>
            <a:ext cx="2855912" cy="22333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Отображение всех персонажей </a:t>
            </a:r>
          </a:p>
          <a:p>
            <a:pPr marL="0" indent="0" algn="ctr">
              <a:buNone/>
            </a:pPr>
            <a:r>
              <a:rPr lang="ru-RU" dirty="0"/>
              <a:t>И</a:t>
            </a:r>
          </a:p>
          <a:p>
            <a:pPr marL="0" indent="0" algn="ctr">
              <a:buNone/>
            </a:pPr>
            <a:r>
              <a:rPr lang="ru-RU" dirty="0"/>
              <a:t>Рабочего «холста»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E8721F-982D-4579-A1A4-B18580455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113" y="2057159"/>
            <a:ext cx="5222346" cy="4676405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FF24C83-1016-4C55-A3DC-6FC9600594FF}"/>
              </a:ext>
            </a:extLst>
          </p:cNvPr>
          <p:cNvCxnSpPr>
            <a:cxnSpLocks/>
          </p:cNvCxnSpPr>
          <p:nvPr/>
        </p:nvCxnSpPr>
        <p:spPr>
          <a:xfrm>
            <a:off x="4678113" y="2057159"/>
            <a:ext cx="0" cy="46764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E72E616-541E-409A-8059-7535943D0B1C}"/>
              </a:ext>
            </a:extLst>
          </p:cNvPr>
          <p:cNvCxnSpPr>
            <a:cxnSpLocks/>
          </p:cNvCxnSpPr>
          <p:nvPr/>
        </p:nvCxnSpPr>
        <p:spPr>
          <a:xfrm>
            <a:off x="9900459" y="2057159"/>
            <a:ext cx="0" cy="46764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B15D001-E3C5-442A-BC6B-5A6B13B7B330}"/>
              </a:ext>
            </a:extLst>
          </p:cNvPr>
          <p:cNvCxnSpPr>
            <a:cxnSpLocks/>
          </p:cNvCxnSpPr>
          <p:nvPr/>
        </p:nvCxnSpPr>
        <p:spPr>
          <a:xfrm>
            <a:off x="4678113" y="2057159"/>
            <a:ext cx="522234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6765BB0-E682-4187-ABB9-2264A22237B2}"/>
              </a:ext>
            </a:extLst>
          </p:cNvPr>
          <p:cNvCxnSpPr>
            <a:cxnSpLocks/>
          </p:cNvCxnSpPr>
          <p:nvPr/>
        </p:nvCxnSpPr>
        <p:spPr>
          <a:xfrm>
            <a:off x="4678113" y="6733564"/>
            <a:ext cx="522234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337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01AFA5-CC08-4219-A118-5964BB5C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069" y="3278694"/>
            <a:ext cx="2855912" cy="22333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Отображение всех персонажей </a:t>
            </a:r>
          </a:p>
          <a:p>
            <a:pPr marL="0" indent="0" algn="ctr">
              <a:buNone/>
            </a:pPr>
            <a:r>
              <a:rPr lang="ru-RU" dirty="0"/>
              <a:t>И</a:t>
            </a:r>
          </a:p>
          <a:p>
            <a:pPr marL="0" indent="0" algn="ctr">
              <a:buNone/>
            </a:pPr>
            <a:r>
              <a:rPr lang="ru-RU" dirty="0"/>
              <a:t>Рабочего «холста»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E8721F-982D-4579-A1A4-B18580455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61" y="1998970"/>
            <a:ext cx="5222346" cy="4676405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FF24C83-1016-4C55-A3DC-6FC9600594FF}"/>
              </a:ext>
            </a:extLst>
          </p:cNvPr>
          <p:cNvCxnSpPr>
            <a:cxnSpLocks/>
          </p:cNvCxnSpPr>
          <p:nvPr/>
        </p:nvCxnSpPr>
        <p:spPr>
          <a:xfrm>
            <a:off x="4121161" y="1998970"/>
            <a:ext cx="0" cy="46764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E72E616-541E-409A-8059-7535943D0B1C}"/>
              </a:ext>
            </a:extLst>
          </p:cNvPr>
          <p:cNvCxnSpPr>
            <a:cxnSpLocks/>
          </p:cNvCxnSpPr>
          <p:nvPr/>
        </p:nvCxnSpPr>
        <p:spPr>
          <a:xfrm>
            <a:off x="9343507" y="1998970"/>
            <a:ext cx="0" cy="46764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B15D001-E3C5-442A-BC6B-5A6B13B7B330}"/>
              </a:ext>
            </a:extLst>
          </p:cNvPr>
          <p:cNvCxnSpPr>
            <a:cxnSpLocks/>
          </p:cNvCxnSpPr>
          <p:nvPr/>
        </p:nvCxnSpPr>
        <p:spPr>
          <a:xfrm>
            <a:off x="4121161" y="1998970"/>
            <a:ext cx="522234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6765BB0-E682-4187-ABB9-2264A22237B2}"/>
              </a:ext>
            </a:extLst>
          </p:cNvPr>
          <p:cNvCxnSpPr>
            <a:cxnSpLocks/>
          </p:cNvCxnSpPr>
          <p:nvPr/>
        </p:nvCxnSpPr>
        <p:spPr>
          <a:xfrm>
            <a:off x="4121161" y="6675375"/>
            <a:ext cx="522234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C681C76-1913-404D-8C71-5EA68FE63AD3}"/>
              </a:ext>
            </a:extLst>
          </p:cNvPr>
          <p:cNvSpPr txBox="1"/>
          <p:nvPr/>
        </p:nvSpPr>
        <p:spPr>
          <a:xfrm>
            <a:off x="9935585" y="4053339"/>
            <a:ext cx="2410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dirty="0"/>
              <a:t>Враг - зомби </a:t>
            </a:r>
          </a:p>
        </p:txBody>
      </p: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075D1E41-4798-41B8-8393-0F3B6D4DFA85}"/>
              </a:ext>
            </a:extLst>
          </p:cNvPr>
          <p:cNvCxnSpPr/>
          <p:nvPr/>
        </p:nvCxnSpPr>
        <p:spPr>
          <a:xfrm rot="10800000">
            <a:off x="6974379" y="3092335"/>
            <a:ext cx="3300153" cy="114715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89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01AFA5-CC08-4219-A118-5964BB5C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069" y="3278694"/>
            <a:ext cx="2855912" cy="22333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Отображение всех персонажей </a:t>
            </a:r>
          </a:p>
          <a:p>
            <a:pPr marL="0" indent="0" algn="ctr">
              <a:buNone/>
            </a:pPr>
            <a:r>
              <a:rPr lang="ru-RU" dirty="0"/>
              <a:t>И</a:t>
            </a:r>
          </a:p>
          <a:p>
            <a:pPr marL="0" indent="0" algn="ctr">
              <a:buNone/>
            </a:pPr>
            <a:r>
              <a:rPr lang="ru-RU" dirty="0"/>
              <a:t>рабочего «холста»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E8721F-982D-4579-A1A4-B18580455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60" y="2057158"/>
            <a:ext cx="5222346" cy="4676405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FF24C83-1016-4C55-A3DC-6FC9600594FF}"/>
              </a:ext>
            </a:extLst>
          </p:cNvPr>
          <p:cNvCxnSpPr>
            <a:cxnSpLocks/>
          </p:cNvCxnSpPr>
          <p:nvPr/>
        </p:nvCxnSpPr>
        <p:spPr>
          <a:xfrm>
            <a:off x="4121160" y="2057158"/>
            <a:ext cx="0" cy="46764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E72E616-541E-409A-8059-7535943D0B1C}"/>
              </a:ext>
            </a:extLst>
          </p:cNvPr>
          <p:cNvCxnSpPr>
            <a:cxnSpLocks/>
          </p:cNvCxnSpPr>
          <p:nvPr/>
        </p:nvCxnSpPr>
        <p:spPr>
          <a:xfrm>
            <a:off x="9360132" y="2057158"/>
            <a:ext cx="0" cy="46764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B15D001-E3C5-442A-BC6B-5A6B13B7B330}"/>
              </a:ext>
            </a:extLst>
          </p:cNvPr>
          <p:cNvCxnSpPr>
            <a:cxnSpLocks/>
          </p:cNvCxnSpPr>
          <p:nvPr/>
        </p:nvCxnSpPr>
        <p:spPr>
          <a:xfrm>
            <a:off x="4121160" y="2057157"/>
            <a:ext cx="5222346" cy="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6765BB0-E682-4187-ABB9-2264A22237B2}"/>
              </a:ext>
            </a:extLst>
          </p:cNvPr>
          <p:cNvCxnSpPr>
            <a:cxnSpLocks/>
          </p:cNvCxnSpPr>
          <p:nvPr/>
        </p:nvCxnSpPr>
        <p:spPr>
          <a:xfrm>
            <a:off x="4121160" y="6733563"/>
            <a:ext cx="523897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BC74151-E935-484A-90E9-51E23C3216E3}"/>
              </a:ext>
            </a:extLst>
          </p:cNvPr>
          <p:cNvSpPr txBox="1"/>
          <p:nvPr/>
        </p:nvSpPr>
        <p:spPr>
          <a:xfrm>
            <a:off x="9557685" y="4026028"/>
            <a:ext cx="2892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dirty="0"/>
              <a:t>человек - военный</a:t>
            </a:r>
          </a:p>
        </p:txBody>
      </p: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6A699EB3-778E-4504-B77D-4683A23F5C62}"/>
              </a:ext>
            </a:extLst>
          </p:cNvPr>
          <p:cNvCxnSpPr>
            <a:cxnSpLocks/>
          </p:cNvCxnSpPr>
          <p:nvPr/>
        </p:nvCxnSpPr>
        <p:spPr>
          <a:xfrm rot="10800000">
            <a:off x="7165574" y="2967648"/>
            <a:ext cx="2618507" cy="12679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004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01AFA5-CC08-4219-A118-5964BB5C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069" y="3278694"/>
            <a:ext cx="2855912" cy="22333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Отображение всех персонажей </a:t>
            </a:r>
          </a:p>
          <a:p>
            <a:pPr marL="0" indent="0" algn="ctr">
              <a:buNone/>
            </a:pPr>
            <a:r>
              <a:rPr lang="ru-RU" dirty="0"/>
              <a:t>И</a:t>
            </a:r>
          </a:p>
          <a:p>
            <a:pPr marL="0" indent="0" algn="ctr">
              <a:buNone/>
            </a:pPr>
            <a:r>
              <a:rPr lang="ru-RU" dirty="0"/>
              <a:t>рабочего «холста»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E8721F-982D-4579-A1A4-B18580455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60" y="2057158"/>
            <a:ext cx="5222346" cy="4676405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FF24C83-1016-4C55-A3DC-6FC9600594FF}"/>
              </a:ext>
            </a:extLst>
          </p:cNvPr>
          <p:cNvCxnSpPr>
            <a:cxnSpLocks/>
          </p:cNvCxnSpPr>
          <p:nvPr/>
        </p:nvCxnSpPr>
        <p:spPr>
          <a:xfrm>
            <a:off x="4121160" y="2057158"/>
            <a:ext cx="0" cy="46764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E72E616-541E-409A-8059-7535943D0B1C}"/>
              </a:ext>
            </a:extLst>
          </p:cNvPr>
          <p:cNvCxnSpPr>
            <a:cxnSpLocks/>
          </p:cNvCxnSpPr>
          <p:nvPr/>
        </p:nvCxnSpPr>
        <p:spPr>
          <a:xfrm>
            <a:off x="9360132" y="2057158"/>
            <a:ext cx="0" cy="46764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B15D001-E3C5-442A-BC6B-5A6B13B7B330}"/>
              </a:ext>
            </a:extLst>
          </p:cNvPr>
          <p:cNvCxnSpPr>
            <a:cxnSpLocks/>
          </p:cNvCxnSpPr>
          <p:nvPr/>
        </p:nvCxnSpPr>
        <p:spPr>
          <a:xfrm>
            <a:off x="4121160" y="2057157"/>
            <a:ext cx="5222346" cy="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6765BB0-E682-4187-ABB9-2264A22237B2}"/>
              </a:ext>
            </a:extLst>
          </p:cNvPr>
          <p:cNvCxnSpPr>
            <a:cxnSpLocks/>
          </p:cNvCxnSpPr>
          <p:nvPr/>
        </p:nvCxnSpPr>
        <p:spPr>
          <a:xfrm>
            <a:off x="4121160" y="6733563"/>
            <a:ext cx="523897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BC74151-E935-484A-90E9-51E23C3216E3}"/>
              </a:ext>
            </a:extLst>
          </p:cNvPr>
          <p:cNvSpPr txBox="1"/>
          <p:nvPr/>
        </p:nvSpPr>
        <p:spPr>
          <a:xfrm>
            <a:off x="10115286" y="4026028"/>
            <a:ext cx="2051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dirty="0"/>
              <a:t>Рабочий «холст»</a:t>
            </a:r>
          </a:p>
        </p:txBody>
      </p: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E07B638E-98F1-4ABA-A7EA-C070062CB2F4}"/>
              </a:ext>
            </a:extLst>
          </p:cNvPr>
          <p:cNvCxnSpPr>
            <a:cxnSpLocks/>
          </p:cNvCxnSpPr>
          <p:nvPr/>
        </p:nvCxnSpPr>
        <p:spPr>
          <a:xfrm rot="10800000">
            <a:off x="8737332" y="2831972"/>
            <a:ext cx="1444457" cy="13787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956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646693"/>
            <a:ext cx="10571998" cy="970450"/>
          </a:xfrm>
        </p:spPr>
        <p:txBody>
          <a:bodyPr/>
          <a:lstStyle/>
          <a:p>
            <a:r>
              <a:rPr lang="ru-RU" dirty="0"/>
              <a:t>Демонстрация хаотичного перемещения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ECA2D0-6C00-42DB-A702-33D9D046C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7" y="2315608"/>
            <a:ext cx="8650778" cy="427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64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646693"/>
            <a:ext cx="10571998" cy="970450"/>
          </a:xfrm>
        </p:spPr>
        <p:txBody>
          <a:bodyPr/>
          <a:lstStyle/>
          <a:p>
            <a:r>
              <a:rPr lang="ru-RU" dirty="0"/>
              <a:t>Демонстрация хаотичного перемещения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AF65FE-4F77-4B54-A563-5410481B3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68" y="2265438"/>
            <a:ext cx="8792095" cy="436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58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B3AD8-7BBD-4049-BC53-9174CD83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646693"/>
            <a:ext cx="10571998" cy="970450"/>
          </a:xfrm>
        </p:spPr>
        <p:txBody>
          <a:bodyPr/>
          <a:lstStyle/>
          <a:p>
            <a:r>
              <a:rPr lang="ru-RU" dirty="0"/>
              <a:t>Демонстрация хаотичного перемещения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34C112-11A9-4DEA-BB25-7DEF0018C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1" y="2259446"/>
            <a:ext cx="8858595" cy="441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80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86DCA-5462-4415-B2EE-9E7203D58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924" y="3129493"/>
            <a:ext cx="6226152" cy="599013"/>
          </a:xfrm>
        </p:spPr>
        <p:txBody>
          <a:bodyPr>
            <a:noAutofit/>
          </a:bodyPr>
          <a:lstStyle/>
          <a:p>
            <a:r>
              <a:rPr lang="ru-RU" sz="4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849657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165</TotalTime>
  <Words>170</Words>
  <Application>Microsoft Office PowerPoint</Application>
  <PresentationFormat>Широкоэкранный</PresentationFormat>
  <Paragraphs>70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7" baseType="lpstr">
      <vt:lpstr>Century Gothic</vt:lpstr>
      <vt:lpstr>Wingdings 2</vt:lpstr>
      <vt:lpstr>Цитаты</vt:lpstr>
      <vt:lpstr>МОДЕЛИРОВАНИЕ ТОЛПЫ С ХАОТИЧЕСКИМ ПЕРЕМЕЩИЕНИЕМ ЛЮДЕЙ НА ПЛАНЕ «2D ВИД СВЕРХУ»</vt:lpstr>
      <vt:lpstr>Анализ задачи</vt:lpstr>
      <vt:lpstr>Анализ задачи</vt:lpstr>
      <vt:lpstr>Анализ задачи</vt:lpstr>
      <vt:lpstr>Анализ задачи</vt:lpstr>
      <vt:lpstr>Анализ задачи</vt:lpstr>
      <vt:lpstr>Среда разработки</vt:lpstr>
      <vt:lpstr>Среда разработки</vt:lpstr>
      <vt:lpstr>Алгоритм программы</vt:lpstr>
      <vt:lpstr>Алгоритм программы</vt:lpstr>
      <vt:lpstr>Алгоритм программы</vt:lpstr>
      <vt:lpstr>Алгоритм программы</vt:lpstr>
      <vt:lpstr>Алгоритм программы</vt:lpstr>
      <vt:lpstr>Алгоритм программы</vt:lpstr>
      <vt:lpstr>Алгоритм программы</vt:lpstr>
      <vt:lpstr>Алгоритм программы</vt:lpstr>
      <vt:lpstr>Алгоритм программы</vt:lpstr>
      <vt:lpstr>Алгоритм программы</vt:lpstr>
      <vt:lpstr>Алгоритм программы</vt:lpstr>
      <vt:lpstr>Алгоритм программы</vt:lpstr>
      <vt:lpstr>Демонстрация хаотичного перемещения </vt:lpstr>
      <vt:lpstr>Демонстрация хаотичного перемещения </vt:lpstr>
      <vt:lpstr>Демонстрация хаотичного перемещения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МОДЕЛИРОВАНИЕ ТОЛПЫ С ХАОТИЧЕСКИМ ПЕРЕМЕЩИЕНИЕМ ЛЮДЕЙ НА ПЛАНЕ «2D ВИД СВЕРХУ»</dc:title>
  <dc:creator>Nikolaj Ewdokimov</dc:creator>
  <cp:lastModifiedBy>Nikolaj Ewdokimov</cp:lastModifiedBy>
  <cp:revision>22</cp:revision>
  <dcterms:created xsi:type="dcterms:W3CDTF">2022-04-04T03:48:58Z</dcterms:created>
  <dcterms:modified xsi:type="dcterms:W3CDTF">2022-05-29T19:45:20Z</dcterms:modified>
</cp:coreProperties>
</file>